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Lato Light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9025" y="5800576"/>
            <a:ext cx="4933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-1333500"/>
            <a:ext cx="5715000" cy="215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143000" y="2691854"/>
            <a:ext cx="5715000" cy="21535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20440" y="3126283"/>
            <a:ext cx="8951118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Karachi </a:t>
            </a:r>
            <a:r>
              <a:rPr lang="en-US" sz="54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AQI Predictor</a:t>
            </a: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☁️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20440" y="4254957"/>
            <a:ext cx="9240611" cy="93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An Automated </a:t>
            </a:r>
            <a:r>
              <a:rPr lang="en-US" sz="2400" b="0" i="0" u="none" strike="noStrike" cap="none" dirty="0" err="1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MLOps</a:t>
            </a:r>
            <a:r>
              <a:rPr lang="en-US" sz="24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 Solution for Real-Time Air Quality Forecasting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0" y="1002208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938711" y="4945005"/>
            <a:ext cx="23145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Muhammad Owais Zia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3924300" y="5952976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886325" y="5952976"/>
            <a:ext cx="628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981700" y="5952976"/>
            <a:ext cx="7810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Hopsworks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229475" y="5952976"/>
            <a:ext cx="1038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GitHub 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43000" y="2671167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Karachi's air quality is </a:t>
            </a:r>
            <a:r>
              <a:rPr lang="en-US" sz="1650" b="1" i="0" u="none" strike="noStrike" cap="non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highly volatile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often reaches hazardous levels.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43000" y="3531989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Existing apps focus on </a:t>
            </a:r>
            <a:r>
              <a:rPr lang="en-US" sz="1650" b="1" i="0" u="none" strike="noStrike" cap="non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current status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leaving citizens without actionable future data.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439281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Goal: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Create a system that predicts AQI 72 hours in advance to enable proactive planning.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PROBLEM: AIR VOLATILITY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7116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3198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392810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38300"/>
            <a:ext cx="2452687" cy="414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0437" y="1638300"/>
            <a:ext cx="2452687" cy="414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1638300"/>
            <a:ext cx="2452687" cy="414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7312" y="1638300"/>
            <a:ext cx="2452687" cy="414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5916" y="6163865"/>
            <a:ext cx="1820019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0288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152525" y="2724150"/>
            <a:ext cx="175521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Ingestion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52525" y="3267075"/>
            <a:ext cx="1671637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scripts fetch data from Open-Meteo API every hour automatically.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90962" y="20288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3890962" y="2724150"/>
            <a:ext cx="175521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890962" y="3267075"/>
            <a:ext cx="1671637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Feature Store (Hopsworks) manages versioned data for training and serving.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0288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629400" y="2724150"/>
            <a:ext cx="175521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Training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29400" y="3267075"/>
            <a:ext cx="1671637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GitHub Actions triggers daily retraining to keep models fresh with recent data.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67837" y="20288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367837" y="2724150"/>
            <a:ext cx="175521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Serving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367837" y="3267075"/>
            <a:ext cx="1671637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Streamlit dashboard provides an intuitive interface for real-time predictions.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END-TO-END MLOPS ARCHITECTURE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659165"/>
            <a:ext cx="457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762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SELF-HEALING </a:t>
            </a:r>
            <a:r>
              <a:rPr lang="en-US" sz="36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PIPELINE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280035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334327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API failures and network drops frequently disrupt data flows in production.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4299346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The Engineering Solution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4842271"/>
            <a:ext cx="4191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Retry Logic: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Intelligent 3-attempt backoff (5s intervals).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43000" y="5703093"/>
            <a:ext cx="4191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Hourly Cron Schedule (0 * * * *) via GitHub.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7802165"/>
            <a:ext cx="457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Uptime without manual intervention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4227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703093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29097"/>
            <a:ext cx="5191125" cy="426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29097"/>
            <a:ext cx="5191125" cy="426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21962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152525" y="2914947"/>
            <a:ext cx="463057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Why Hopsworks?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152525" y="3457872"/>
            <a:ext cx="44100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Crucial for preventing </a:t>
            </a:r>
            <a:r>
              <a:rPr lang="en-US" sz="1650" b="1" i="0" u="none" strike="noStrike" cap="non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Training-Serving Skew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by ensuring identical data pipelines for both offline research and online inference.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2196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629400" y="2914947"/>
            <a:ext cx="463057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Challenge Solved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29400" y="3457872"/>
            <a:ext cx="44100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Eliminated schema mismatches by enforcing strict data types and column naming conventions at the storage layer.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533525" y="4653855"/>
            <a:ext cx="4029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Store Historical Data (Backfill)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533525" y="5179516"/>
            <a:ext cx="4029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Append Live Data (Hourly)</a:t>
            </a:r>
            <a:endParaRPr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0062" y="4653855"/>
            <a:ext cx="1428750" cy="8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FEATURE STORE ENGINEERING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65385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517951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2446436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Transitioning from a "script" to a </a:t>
            </a:r>
            <a:r>
              <a:rPr lang="en-US" sz="1650" b="1" i="0" u="none" strike="noStrike" cap="non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Production Product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143000" y="2895897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3-Day Outlook: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Card-based UI showing expected range (Low/High).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43000" y="3756719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Interactive Visualization: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Plotly charts comparing historical vs. predicted trends.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43000" y="4617541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Responsive Layout: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Seamless experience across Mobile and Desktop.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ENTERPRISE UI DESIGN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9589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7567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17541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59483"/>
            <a:ext cx="3365450" cy="380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059483"/>
            <a:ext cx="3365450" cy="380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059483"/>
            <a:ext cx="3365599" cy="380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3150" y="2450008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1087914" y="3812083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Automation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52525" y="4355008"/>
            <a:ext cx="2584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GitHub Actions "Green Checkmark" monitoring active.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739115" y="3688258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803725" y="4231183"/>
            <a:ext cx="2584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Badge active on the Streamlit cloud dashboard.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390312" y="3688258"/>
            <a:ext cx="271377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Forecasting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454925" y="4231183"/>
            <a:ext cx="25845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Accurate 3-Day prediction cards generated hourly.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676" y="2802433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47175" y="2802433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LIVE VALIDATION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2105322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Success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2648247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Successfully deployed a fully automated, zero-maintenance ML system for public health utility.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3699569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Future Expansion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16247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756719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143000" y="4242494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Traffic Data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Wind Direction.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143000" y="4768155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Scale to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Lahore &amp; Islamabad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143000" y="5293816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AQI Alert System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via Email/SMS.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90600" y="571500"/>
            <a:ext cx="109613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ROADMAP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762000" y="571500"/>
            <a:ext cx="762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424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76815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29381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3095625" y="571500"/>
            <a:ext cx="60007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238500" y="1809750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Any Questions?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238500" y="6600825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muhammad-owais-zia // mlops-solutions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2990850"/>
            <a:ext cx="5715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357</Words>
  <Application>Microsoft Office PowerPoint</Application>
  <PresentationFormat>Widescreen</PresentationFormat>
  <Paragraphs>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Poppins</vt:lpstr>
      <vt:lpstr>Lato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Owais Zia</cp:lastModifiedBy>
  <cp:revision>4</cp:revision>
  <dcterms:modified xsi:type="dcterms:W3CDTF">2026-02-19T23:10:32Z</dcterms:modified>
</cp:coreProperties>
</file>